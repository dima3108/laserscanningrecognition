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82600" y="316865"/>
            <a:ext cx="11182350" cy="3192780"/>
          </a:xfrm>
        </p:spPr>
        <p:txBody>
          <a:bodyPr>
            <a:normAutofit fontScale="90000"/>
          </a:bodyPr>
          <a:p>
            <a:pPr marL="0" indent="0" fontAlgn="auto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Отчет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команды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23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работе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над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программой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классификации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облака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точек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Павлов</a:t>
            </a:r>
            <a:r>
              <a:rPr lang="en-US" altLang="ru-RU"/>
              <a:t> </a:t>
            </a:r>
            <a:r>
              <a:rPr lang="en-US" altLang="en-US"/>
              <a:t>Д</a:t>
            </a:r>
            <a:r>
              <a:rPr lang="en-US" altLang="ru-RU"/>
              <a:t>.</a:t>
            </a:r>
            <a:r>
              <a:rPr lang="en-US" altLang="en-US"/>
              <a:t>П</a:t>
            </a:r>
            <a:r>
              <a:rPr lang="en-US" altLang="ru-RU"/>
              <a:t>. - </a:t>
            </a:r>
            <a:r>
              <a:rPr lang="en-US" altLang="en-US"/>
              <a:t>руководсво</a:t>
            </a:r>
            <a:r>
              <a:rPr lang="en-US" altLang="ru-RU"/>
              <a:t> </a:t>
            </a:r>
            <a:r>
              <a:rPr lang="en-US" altLang="en-US"/>
              <a:t>проектом</a:t>
            </a:r>
            <a:r>
              <a:rPr lang="en-US" altLang="ru-RU"/>
              <a:t> </a:t>
            </a:r>
            <a:endParaRPr lang="en-US" altLang="ru-RU"/>
          </a:p>
          <a:p>
            <a:r>
              <a:rPr lang="en-US" altLang="en-US"/>
              <a:t>Буткевич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.</a:t>
            </a:r>
            <a:r>
              <a:rPr lang="en-US" altLang="en-US"/>
              <a:t>С</a:t>
            </a:r>
            <a:r>
              <a:rPr lang="en-US" altLang="ru-RU"/>
              <a:t> - </a:t>
            </a:r>
            <a:r>
              <a:rPr lang="en-US" altLang="en-US"/>
              <a:t>руководство</a:t>
            </a:r>
            <a:r>
              <a:rPr lang="en-US" altLang="ru-RU"/>
              <a:t> Frontend </a:t>
            </a:r>
            <a:r>
              <a:rPr lang="en-US" altLang="en-US"/>
              <a:t>частью</a:t>
            </a:r>
            <a:endParaRPr lang="en-US" altLang="en-US"/>
          </a:p>
          <a:p>
            <a:r>
              <a:rPr lang="en-US" altLang="en-US"/>
              <a:t>Баландин</a:t>
            </a:r>
            <a:r>
              <a:rPr lang="en-US" altLang="ru-RU"/>
              <a:t> </a:t>
            </a:r>
            <a:r>
              <a:rPr lang="en-US" altLang="en-US"/>
              <a:t>М</a:t>
            </a:r>
            <a:r>
              <a:rPr lang="en-US" altLang="ru-RU"/>
              <a:t>.</a:t>
            </a:r>
            <a:r>
              <a:rPr lang="en-US" altLang="en-US"/>
              <a:t>А</a:t>
            </a:r>
            <a:r>
              <a:rPr lang="en-US" altLang="ru-RU"/>
              <a:t>. - </a:t>
            </a:r>
            <a:r>
              <a:rPr lang="en-US" altLang="en-US"/>
              <a:t>Руководство</a:t>
            </a:r>
            <a:r>
              <a:rPr lang="en-US" altLang="ru-RU"/>
              <a:t> </a:t>
            </a:r>
            <a:r>
              <a:rPr lang="en-US" altLang="en-US"/>
              <a:t>тестированием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Замещающее содержимое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3875" y="1022985"/>
            <a:ext cx="10866755" cy="5154295"/>
          </a:xfrm>
          <a:prstGeom prst="rect">
            <a:avLst/>
          </a:prstGeom>
        </p:spPr>
      </p:pic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47420" y="669290"/>
            <a:ext cx="10118725" cy="5845810"/>
          </a:xfrm>
          <a:prstGeom prst="rect">
            <a:avLst/>
          </a:prstGeom>
        </p:spPr>
      </p:pic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2655"/>
            <a:ext cx="12192000" cy="5012690"/>
          </a:xfrm>
          <a:prstGeom prst="rect">
            <a:avLst/>
          </a:prstGeom>
        </p:spPr>
      </p:pic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0"/>
            <a:ext cx="115779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5" y="0"/>
            <a:ext cx="118859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45" y="335915"/>
            <a:ext cx="11645265" cy="61861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9260"/>
            <a:ext cx="12192000" cy="5998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" y="84455"/>
            <a:ext cx="11116945" cy="61607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725" y="0"/>
            <a:ext cx="11512550" cy="62452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Тестирование трассировщика пути</a:t>
            </a:r>
            <a:endParaRPr lang="ru-RU" altLang="en-US"/>
          </a:p>
        </p:txBody>
      </p:sp>
      <p:pic>
        <p:nvPicPr>
          <p:cNvPr id="5" name="Замещающее содержимое 4" descr="РезультатыТестТрассираПути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952500"/>
            <a:ext cx="2355850" cy="5603875"/>
          </a:xfrm>
          <a:prstGeom prst="rect">
            <a:avLst/>
          </a:prstGeom>
        </p:spPr>
      </p:pic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595" y="952500"/>
            <a:ext cx="6499225" cy="5603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 anchor="ctr" anchorCtr="0"/>
          <a:p>
            <a:pPr marL="0" indent="0" algn="ctr">
              <a:buNone/>
            </a:pPr>
            <a:r>
              <a:rPr lang="ru-RU" altLang="en-US">
                <a:latin typeface="Times New Roman" panose="02020603050405020304" charset="0"/>
                <a:cs typeface="Times New Roman" panose="02020603050405020304" charset="0"/>
              </a:rPr>
              <a:t>Спасибо за внимание!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WPS Presentation</Application>
  <PresentationFormat>宽屏</PresentationFormat>
  <Paragraphs>32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Arial Unicode MS</vt:lpstr>
      <vt:lpstr>Calibri</vt:lpstr>
      <vt:lpstr>Microsoft YaHei</vt:lpstr>
      <vt:lpstr>Times New Roman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Дмитрий</cp:lastModifiedBy>
  <cp:revision>10</cp:revision>
  <dcterms:created xsi:type="dcterms:W3CDTF">2025-07-23T00:59:00Z</dcterms:created>
  <dcterms:modified xsi:type="dcterms:W3CDTF">2025-11-24T11:50:32Z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E9570D2E314C4FE9B5D2497FAA2293AB_13</vt:lpwstr>
  </property>
</Properties>
</file>