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3175"/>
            <a:ext cx="12204700" cy="686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125538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351088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Замещающая дата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Замещающий 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Замещающий 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Замещающий 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ая дата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Замещающий 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831447-C893-4FB7-A405-85B25DF4EE9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831447-C893-4FB7-A405-85B25DF4EE9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8351" cy="686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1610" y="367030"/>
            <a:ext cx="11829415" cy="2211070"/>
          </a:xfrm>
        </p:spPr>
        <p:txBody>
          <a:bodyPr>
            <a:normAutofit fontScale="90000"/>
          </a:bodyPr>
          <a:p>
            <a:pPr marL="0" indent="0" fontAlgn="auto">
              <a:lnSpc>
                <a:spcPct val="100000"/>
              </a:lnSpc>
            </a:pPr>
            <a:r>
              <a:rPr lang="ru-RU" altLang="en-US"/>
              <a:t>Отчет по выполненой работе </a:t>
            </a:r>
            <a:br>
              <a:rPr lang="ru-RU" altLang="en-US"/>
            </a:br>
            <a:r>
              <a:rPr lang="ru-RU" altLang="en-US"/>
              <a:t>над алгоритмом трассировки пути и нейросети для классификации точек</a:t>
            </a:r>
            <a:endParaRPr lang="ru-RU" alt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858250" y="3086100"/>
            <a:ext cx="2950845" cy="3032125"/>
          </a:xfrm>
          <a:solidFill>
            <a:schemeClr val="bg1"/>
          </a:solidFill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>
            <a:normAutofit/>
          </a:bodyPr>
          <a:p>
            <a:pPr algn="r"/>
            <a:r>
              <a:rPr lang="ru-RU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Команда 23</a:t>
            </a:r>
            <a:endParaRPr lang="ru-RU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r"/>
            <a:r>
              <a:rPr lang="ru-RU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Павлов Д.П.</a:t>
            </a:r>
            <a:endParaRPr lang="ru-RU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r"/>
            <a:r>
              <a:rPr lang="ru-RU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Чепурной М.С.</a:t>
            </a:r>
            <a:endParaRPr lang="ru-RU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r"/>
            <a:r>
              <a:rPr lang="ru-RU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Лаптев М.Н.</a:t>
            </a:r>
            <a:endParaRPr lang="ru-RU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r"/>
            <a:r>
              <a:rPr lang="ru-RU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Буткевич С.С.</a:t>
            </a:r>
            <a:endParaRPr lang="ru-RU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4826000" y="5381625"/>
            <a:ext cx="36404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3200">
                <a:latin typeface="Times New Roman" panose="02020603050405020304" charset="0"/>
                <a:cs typeface="Times New Roman" panose="02020603050405020304" charset="0"/>
              </a:rPr>
              <a:t>Краснодар 2025</a:t>
            </a:r>
            <a:endParaRPr lang="ru-RU" alt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Изображение 4" descr="ПаркКраснодарПризрачныеКолонныНочь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225" y="3181350"/>
            <a:ext cx="28575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pPr algn="ctr"/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Выполненая работа в области обработки входной информации:</a:t>
            </a:r>
            <a:endParaRPr lang="ru-RU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4" name="Замещающее содержимое 3"/>
          <p:cNvGraphicFramePr/>
          <p:nvPr>
            <p:ph idx="1"/>
          </p:nvPr>
        </p:nvGraphicFramePr>
        <p:xfrm>
          <a:off x="647700" y="1825625"/>
          <a:ext cx="11129645" cy="4283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49060"/>
                <a:gridCol w="4680585"/>
              </a:tblGrid>
              <a:tr h="605155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Название проделанной работы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Участники(ответсвенные лица)</a:t>
                      </a:r>
                      <a:endParaRPr lang="ru-RU" altLang="en-US"/>
                    </a:p>
                  </a:txBody>
                  <a:tcPr/>
                </a:tc>
              </a:tr>
              <a:tr h="14516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Написа</a:t>
                      </a: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ние</a:t>
                      </a:r>
                      <a:r>
                        <a:rPr lang="en-US" altLang="ru-RU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статическ</a:t>
                      </a: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ой</a:t>
                      </a:r>
                      <a:r>
                        <a:rPr lang="en-US" altLang="ru-RU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функци</a:t>
                      </a: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и</a:t>
                      </a:r>
                      <a:r>
                        <a:rPr lang="en-US" altLang="ru-RU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,</a:t>
                      </a:r>
                      <a:r>
                        <a:rPr lang="en-US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принимающ</a:t>
                      </a: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ей</a:t>
                      </a:r>
                      <a:r>
                        <a:rPr lang="en-US" altLang="ru-RU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: </a:t>
                      </a:r>
                      <a:r>
                        <a:rPr lang="en-US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путь</a:t>
                      </a:r>
                      <a:r>
                        <a:rPr lang="en-US" altLang="ru-RU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к</a:t>
                      </a:r>
                      <a:r>
                        <a:rPr lang="en-US" altLang="ru-RU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файлу</a:t>
                      </a:r>
                      <a:r>
                        <a:rPr lang="en-US" altLang="ru-RU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,к</a:t>
                      </a:r>
                      <a:r>
                        <a:rPr lang="en-US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ол</a:t>
                      </a:r>
                      <a:r>
                        <a:rPr lang="en-US" altLang="ru-RU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-</a:t>
                      </a:r>
                      <a:r>
                        <a:rPr lang="en-US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во</a:t>
                      </a:r>
                      <a:r>
                        <a:rPr lang="en-US" altLang="ru-RU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считываемых</a:t>
                      </a:r>
                      <a:r>
                        <a:rPr lang="en-US" altLang="ru-RU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строк</a:t>
                      </a:r>
                      <a:r>
                        <a:rPr lang="en-US" altLang="ru-RU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и в</a:t>
                      </a:r>
                      <a:r>
                        <a:rPr lang="en-US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озвраща</a:t>
                      </a: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ющую</a:t>
                      </a:r>
                      <a:r>
                        <a:rPr lang="en-US" altLang="ru-RU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массив</a:t>
                      </a:r>
                      <a:r>
                        <a:rPr lang="en-US" altLang="ru-RU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 double</a:t>
                      </a: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.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Чепурной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1016635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Функция возвращающая количество строк входных данных, на вход получает путь к файлу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Лаптев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60452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Реализация функции парсера</a:t>
                      </a:r>
                      <a:r>
                        <a:rPr lang="en-US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модели </a:t>
                      </a:r>
                      <a:r>
                        <a:rPr lang="en-US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PointData</a:t>
                      </a:r>
                      <a:endParaRPr lang="en-US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Лаптев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605155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Реализация функции потоквого парсинга моделей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Чепурной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z="2000" b="1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z="2000" b="1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Работа в области трассировщика пути</a:t>
            </a:r>
            <a:endParaRPr lang="ru-RU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4" name="Замещающее содержимое 3"/>
          <p:cNvGraphicFramePr/>
          <p:nvPr>
            <p:ph idx="1"/>
          </p:nvPr>
        </p:nvGraphicFramePr>
        <p:xfrm>
          <a:off x="647700" y="1825625"/>
          <a:ext cx="10701020" cy="4107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0510"/>
                <a:gridCol w="5350510"/>
              </a:tblGrid>
              <a:tr h="583565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Название проделанной работы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Участники(отвественные лица)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98044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Определение (создание) инфраструктурной составляющей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Павлов 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979805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Реализация метрик измерения расстояния между точками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Чепурной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98044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Функция нахождения минимальных и максимальных координат по осям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Лаптев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583565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Реализация функции сканера точек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Лаптев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z="2000" b="1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Работа в области нейронной сети</a:t>
            </a:r>
            <a:endParaRPr lang="ru-RU" altLang="en-US"/>
          </a:p>
        </p:txBody>
      </p:sp>
      <p:graphicFrame>
        <p:nvGraphicFramePr>
          <p:cNvPr id="4" name="Замещающее содержимое 3"/>
          <p:cNvGraphicFramePr/>
          <p:nvPr>
            <p:ph idx="1"/>
          </p:nvPr>
        </p:nvGraphicFramePr>
        <p:xfrm>
          <a:off x="647700" y="1825625"/>
          <a:ext cx="10515600" cy="3691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51498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Название проделанной работы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Участники(отвественные лица)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 anchor="ctr" anchorCtr="0"/>
                </a:tc>
              </a:tr>
              <a:tr h="86550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Определение (создание) инфраструктурной составляющей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Павлов 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</a:tr>
              <a:tr h="51562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Написание вычислительного слоя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Павлов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</a:tr>
              <a:tr h="6400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Написание класса нейрона без функций активации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Павлов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</a:tr>
              <a:tr h="51562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Реализова</a:t>
                      </a: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ция </a:t>
                      </a:r>
                      <a:r>
                        <a:rPr lang="en-US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различны</a:t>
                      </a: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х</a:t>
                      </a:r>
                      <a:r>
                        <a:rPr lang="en-US" altLang="ru-RU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функци</a:t>
                      </a: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й</a:t>
                      </a:r>
                      <a:r>
                        <a:rPr lang="en-US" altLang="ru-RU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активации</a:t>
                      </a:r>
                      <a:endParaRPr lang="en-US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Лаптев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</a:tr>
              <a:tr h="6400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Поиск  и обработка </a:t>
                      </a: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теоретической</a:t>
                      </a: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 информации 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ru-RU" altLang="en-US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Буткевич</a:t>
                      </a:r>
                      <a:endParaRPr lang="ru-RU" altLang="en-US" sz="2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Работа в области обучающих примеров</a:t>
            </a:r>
            <a:endParaRPr lang="ru-RU" altLang="en-US"/>
          </a:p>
        </p:txBody>
      </p:sp>
      <p:graphicFrame>
        <p:nvGraphicFramePr>
          <p:cNvPr id="4" name="Замещающее содержимое 3"/>
          <p:cNvGraphicFramePr/>
          <p:nvPr>
            <p:ph idx="1"/>
          </p:nvPr>
        </p:nvGraphicFramePr>
        <p:xfrm>
          <a:off x="647700" y="1825625"/>
          <a:ext cx="10515600" cy="1604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53467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Название проделанной работы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Участники(отвественные лица)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 anchor="ctr" anchorCtr="0"/>
                </a:tc>
              </a:tr>
              <a:tr h="53467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Скачивание учебных примеров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Павлов,Чепурной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</a:tr>
              <a:tr h="53467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Анализ сайта</a:t>
                      </a:r>
                      <a:r>
                        <a:rPr lang="en-US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 opentopography.org</a:t>
                      </a:r>
                      <a:endParaRPr lang="en-US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Буткевич</a:t>
                      </a:r>
                      <a:endParaRPr lang="ru-RU" altLang="en-US" sz="2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ru-RU" altLang="en-US"/>
              <a:t>Работа над пользовательским интерфейсом</a:t>
            </a:r>
            <a:endParaRPr lang="ru-RU" altLang="en-US"/>
          </a:p>
        </p:txBody>
      </p:sp>
      <p:graphicFrame>
        <p:nvGraphicFramePr>
          <p:cNvPr id="4" name="Замещающее содержимое 3"/>
          <p:cNvGraphicFramePr/>
          <p:nvPr>
            <p:ph idx="1"/>
          </p:nvPr>
        </p:nvGraphicFramePr>
        <p:xfrm>
          <a:off x="647700" y="1825625"/>
          <a:ext cx="10515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5715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Название проделанной работы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Участники(отвественные лица)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 anchor="ctr" anchorCtr="0"/>
                </a:tc>
              </a:tr>
              <a:tr h="96012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Определение (создание) инфраструктурной составляющей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Павлов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</a:tr>
              <a:tr h="5715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Создание набросков макета сайта</a:t>
                      </a:r>
                      <a:endParaRPr lang="ru-RU" alt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Буткевич</a:t>
                      </a:r>
                      <a:endParaRPr lang="ru-RU" altLang="en-US" sz="2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Корректировка плана работы</a:t>
            </a:r>
            <a:endParaRPr lang="ru-RU" alt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pic>
        <p:nvPicPr>
          <p:cNvPr id="7" name="Замещающее содержимое 6" descr="Process2"/>
          <p:cNvPicPr>
            <a:picLocks noChangeAspect="1"/>
          </p:cNvPicPr>
          <p:nvPr>
            <p:ph idx="1"/>
          </p:nvPr>
        </p:nvPicPr>
        <p:blipFill>
          <a:blip r:embed="rId1"/>
          <a:srcRect t="14001"/>
          <a:stretch>
            <a:fillRect/>
          </a:stretch>
        </p:blipFill>
        <p:spPr>
          <a:xfrm>
            <a:off x="303530" y="1191895"/>
            <a:ext cx="11626850" cy="46659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 anchor="ctr" anchorCtr="0"/>
          <a:p>
            <a:pPr marL="0" indent="0" algn="ctr">
              <a:buNone/>
            </a:pPr>
            <a:r>
              <a:rPr lang="ru-RU" altLang="en-US" sz="4800" b="1">
                <a:latin typeface="Times New Roman" panose="02020603050405020304" charset="0"/>
                <a:cs typeface="Times New Roman" panose="02020603050405020304" charset="0"/>
              </a:rPr>
              <a:t>Спасибо за внимание!</a:t>
            </a:r>
            <a:endParaRPr lang="ru-RU" altLang="en-US" sz="4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Pie Charts">
  <a:themeElements>
    <a:clrScheme name="Data Pie Chart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Data Pie Chart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Data Pie Char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1651</Words>
  <Application>WPS Presentation</Application>
  <PresentationFormat>宽屏</PresentationFormat>
  <Paragraphs>126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Calibri Light</vt:lpstr>
      <vt:lpstr>Arial Unicode MS</vt:lpstr>
      <vt:lpstr>Calibri</vt:lpstr>
      <vt:lpstr>Microsoft YaHei</vt:lpstr>
      <vt:lpstr>Times New Roman</vt:lpstr>
      <vt:lpstr>Data Pie Charts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Дмитрий</cp:lastModifiedBy>
  <cp:revision>23</cp:revision>
  <dcterms:created xsi:type="dcterms:W3CDTF">2025-07-23T00:59:00Z</dcterms:created>
  <dcterms:modified xsi:type="dcterms:W3CDTF">2025-10-27T13:22:23Z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1049-12.2.0.22549</vt:lpwstr>
  </property>
  <property fmtid="{D5CDD505-2E9C-101B-9397-08002B2CF9AE}" pid="3" name="ICV">
    <vt:lpwstr>E9570D2E314C4FE9B5D2497FAA2293AB_13</vt:lpwstr>
  </property>
</Properties>
</file>