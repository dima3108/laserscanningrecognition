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Отчет по выполненной работе 123 команды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ctr"/>
            <a:r>
              <a:rPr lang="ru-RU" altLang="en-US"/>
              <a:t>Распознование точек на основе алгоритма трассировки пути</a:t>
            </a: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0" y="3616960"/>
            <a:ext cx="7410450" cy="177165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4222115" y="6094095"/>
            <a:ext cx="2871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Краснодар 2025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 работы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В ходе проведения нагрузучного тестирования, были получены следующие результаты: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1. Обучение файла с </a:t>
            </a:r>
            <a:r>
              <a:rPr lang="en-US" altLang="ru-RU" b="1" i="1">
                <a:latin typeface="Times New Roman" panose="02020603050405020304" charset="0"/>
                <a:cs typeface="Times New Roman" panose="02020603050405020304" charset="0"/>
              </a:rPr>
              <a:t>50000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строк обучающих примеров заняло 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 12 часов 50 минут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при </a:t>
            </a:r>
            <a:r>
              <a:rPr lang="en-US" altLang="ru-RU" b="1" i="1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00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эпохах обучения, что примерно соотвествует средней скорости обучения 1 эпохи , равной </a:t>
            </a:r>
            <a:r>
              <a:rPr lang="en-US" altLang="ru-RU" b="1" i="1">
                <a:latin typeface="Times New Roman" panose="02020603050405020304" charset="0"/>
                <a:cs typeface="Times New Roman" panose="02020603050405020304" charset="0"/>
              </a:rPr>
              <a:t>57.75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секунд.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2.Обучение файла из 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5222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строк обуч. примеров заняло 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1 час 50 минут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, при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00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эпохах средняя скорость обучения 1 эпохи примерно </a:t>
            </a:r>
            <a:r>
              <a:rPr lang="ru-RU" altLang="en-US" b="1" i="1">
                <a:latin typeface="Times New Roman" panose="02020603050405020304" charset="0"/>
                <a:cs typeface="Times New Roman" panose="02020603050405020304" charset="0"/>
              </a:rPr>
              <a:t>8.25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 секунд.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 работы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Исходя из итогов нагрузучного тестирования, был сделан вывод что необходимость в упрощение модели входных данных отсутсвует и можжно переходиить к использованию выбранной модели входных данных для тестирования реальных обучающих примеров.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 descr="СилуэтыNiagara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1035" y="582930"/>
            <a:ext cx="9668510" cy="4953000"/>
          </a:xfrm>
          <a:prstGeom prst="rect">
            <a:avLst/>
          </a:prstGeom>
        </p:spPr>
      </p:pic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 работы</a:t>
            </a:r>
            <a:endParaRPr lang="ru-RU" altLang="en-US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1330" y="1171575"/>
            <a:ext cx="7505700" cy="4781550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 работы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99005" y="1103630"/>
            <a:ext cx="691007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74290"/>
            <a:ext cx="10972800" cy="582613"/>
          </a:xfrm>
        </p:spPr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WPS Presentation</Application>
  <PresentationFormat>宽屏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SimSun</vt:lpstr>
      <vt:lpstr>Wingdings</vt:lpstr>
      <vt:lpstr>Times New Roman</vt:lpstr>
      <vt:lpstr>Microsoft YaHei</vt:lpstr>
      <vt:lpstr>Arial Unicode MS</vt:lpstr>
      <vt:lpstr>Orange Waves</vt:lpstr>
      <vt:lpstr>Отчет по выполненной работе 123 команды</vt:lpstr>
      <vt:lpstr>Результаты работы</vt:lpstr>
      <vt:lpstr>Результаты работы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12</cp:revision>
  <dcterms:created xsi:type="dcterms:W3CDTF">2025-07-23T00:59:00Z</dcterms:created>
  <dcterms:modified xsi:type="dcterms:W3CDTF">2025-11-17T12:58:03Z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