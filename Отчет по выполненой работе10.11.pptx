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ru-RU" altLang="en-US" sz="4000">
                <a:latin typeface="Times New Roman" panose="02020603050405020304" charset="0"/>
                <a:cs typeface="Times New Roman" panose="02020603050405020304" charset="0"/>
              </a:rPr>
              <a:t>Отчет команды 23 по работе над программой для классификации облака точек</a:t>
            </a:r>
            <a:endParaRPr lang="ru-RU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504690" y="2492375"/>
            <a:ext cx="7393305" cy="1743075"/>
          </a:xfrm>
        </p:spPr>
        <p:txBody>
          <a:bodyPr anchor="t" anchorCtr="0"/>
          <a:p>
            <a:pPr algn="r">
              <a:lnSpc>
                <a:spcPct val="90000"/>
              </a:lnSpc>
            </a:pPr>
            <a:r>
              <a:rPr lang="ru-RU" altLang="en-US" sz="2800">
                <a:latin typeface="Times New Roman" panose="02020603050405020304" charset="0"/>
                <a:cs typeface="Times New Roman" panose="02020603050405020304" charset="0"/>
              </a:rPr>
              <a:t>Павлов Д.П. - руководсво проектом </a:t>
            </a:r>
            <a:endParaRPr lang="ru-RU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r">
              <a:lnSpc>
                <a:spcPct val="90000"/>
              </a:lnSpc>
            </a:pPr>
            <a:r>
              <a:rPr lang="ru-RU" altLang="en-US" sz="2800">
                <a:latin typeface="Times New Roman" panose="02020603050405020304" charset="0"/>
                <a:cs typeface="Times New Roman" panose="02020603050405020304" charset="0"/>
              </a:rPr>
              <a:t>Буткевич С.С - руководство 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Frontend </a:t>
            </a:r>
            <a:r>
              <a:rPr lang="ru-RU" altLang="en-US" sz="2800">
                <a:latin typeface="Times New Roman" panose="02020603050405020304" charset="0"/>
                <a:cs typeface="Times New Roman" panose="02020603050405020304" charset="0"/>
              </a:rPr>
              <a:t>частью</a:t>
            </a:r>
            <a:endParaRPr lang="ru-RU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r">
              <a:lnSpc>
                <a:spcPct val="90000"/>
              </a:lnSpc>
            </a:pPr>
            <a:r>
              <a:rPr lang="ru-RU" altLang="en-US" sz="2800">
                <a:latin typeface="Times New Roman" panose="02020603050405020304" charset="0"/>
                <a:cs typeface="Times New Roman" panose="02020603050405020304" charset="0"/>
              </a:rPr>
              <a:t>Баландин М.А. - Руководство тестированием</a:t>
            </a:r>
            <a:endParaRPr lang="ru-RU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2948305" y="6052185"/>
            <a:ext cx="4064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Краснодар 2025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Итоги работы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ru-RU" altLang="en-US"/>
              <a:t>Объединение с 1 командой</a:t>
            </a:r>
            <a:endParaRPr lang="ru-RU" altLang="en-US"/>
          </a:p>
          <a:p>
            <a:pPr>
              <a:buFont typeface="Arial" panose="020B0604020202020204" pitchFamily="34" charset="0"/>
              <a:buChar char="•"/>
            </a:pPr>
            <a:r>
              <a:rPr lang="ru-RU" altLang="en-US"/>
              <a:t>Создание в команде подразделений по облостям работы:</a:t>
            </a:r>
            <a:endParaRPr lang="ru-RU" altLang="en-US"/>
          </a:p>
          <a:p>
            <a:pPr marL="2286000" lvl="4" indent="-457200">
              <a:buFont typeface="Arial" panose="020B0604020202020204" pitchFamily="34" charset="0"/>
              <a:buAutoNum type="arabicPeriod"/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Подразделение в области тестирования ( Руководитель Баландин М.А.)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0" lvl="4" indent="-457200">
              <a:buFont typeface="Arial" panose="020B0604020202020204" pitchFamily="34" charset="0"/>
              <a:buAutoNum type="arabicPeriod"/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Подразделение в области пользовательского интерфейса и  системной аналитики (Руководитель Буткевич С.С.)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0" lvl="4" indent="-457200">
              <a:buFont typeface="Arial" panose="020B0604020202020204" pitchFamily="34" charset="0"/>
              <a:buAutoNum type="arabicPeriod"/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Подразделение в области разработки ядра системы и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Backend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части (Руководитель Павлов Д.П.)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b="1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b="1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ym typeface="+mn-ea"/>
              </a:rPr>
              <a:t>Итоги работы</a:t>
            </a:r>
            <a:endParaRPr lang="ru-RU" altLang="en-US"/>
          </a:p>
        </p:txBody>
      </p:sp>
      <p:pic>
        <p:nvPicPr>
          <p:cNvPr id="5" name="Замещающее содержимое 4" descr="КонфигНейросетиДляТеста"/>
          <p:cNvPicPr>
            <a:picLocks noChangeAspect="1"/>
          </p:cNvPicPr>
          <p:nvPr>
            <p:ph idx="1"/>
          </p:nvPr>
        </p:nvPicPr>
        <p:blipFill>
          <a:blip r:embed="rId1"/>
          <a:srcRect r="3776" b="3277"/>
          <a:stretch>
            <a:fillRect/>
          </a:stretch>
        </p:blipFill>
        <p:spPr>
          <a:xfrm>
            <a:off x="5489575" y="1856740"/>
            <a:ext cx="6440170" cy="3654425"/>
          </a:xfrm>
          <a:prstGeom prst="round2DiagRect">
            <a:avLst/>
          </a:prstGeom>
        </p:spPr>
      </p:pic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40740" y="1640840"/>
            <a:ext cx="4540885" cy="4369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0215" fontAlgn="auto">
              <a:lnSpc>
                <a:spcPct val="150000"/>
              </a:lnSpc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Закончена работа над функциями активации нейронов, частично выполнены функции алгоритмов градиентного спуска, начата работа над проверкой корректного взаимодействия между слоями нейросети.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indent="450215" fontAlgn="auto">
              <a:lnSpc>
                <a:spcPct val="150000"/>
              </a:lnSpc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Завершена работа над обработкой входных данных, ведется работа над завершением алгоритма трассировки пути, начата работа над передачей обработанных данных из трассировщика в промежуточный файл.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Итоги работы</a:t>
            </a:r>
            <a:endParaRPr lang="ru-RU" altLang="en-US"/>
          </a:p>
        </p:txBody>
      </p:sp>
      <p:pic>
        <p:nvPicPr>
          <p:cNvPr id="5" name="Замещающее содержимое 4" descr="-5201983278914073676_12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63385" y="1911985"/>
            <a:ext cx="4048125" cy="1590675"/>
          </a:xfrm>
          <a:prstGeom prst="rect">
            <a:avLst/>
          </a:prstGeom>
        </p:spPr>
      </p:pic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38885" y="1984375"/>
            <a:ext cx="53460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ru-RU" altLang="en-US"/>
              <a:t>Проведен анализ средств пакета </a:t>
            </a:r>
            <a:r>
              <a:rPr lang="en-US" altLang="ru-RU"/>
              <a:t>STATISTICA.</a:t>
            </a:r>
            <a:endParaRPr lang="ru-RU" altLang="ru-RU"/>
          </a:p>
          <a:p>
            <a:pPr indent="457200"/>
            <a:r>
              <a:rPr lang="ru-RU" altLang="ru-RU"/>
              <a:t>Подготовлены и переданы тестировщикам файлы для нагрузочного тестирования в программе </a:t>
            </a:r>
            <a:r>
              <a:rPr lang="en-US" altLang="ru-RU"/>
              <a:t>STATISTICA</a:t>
            </a:r>
            <a:r>
              <a:rPr lang="ru-RU" altLang="en-US"/>
              <a:t>.</a:t>
            </a:r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Итоги работы</a:t>
            </a:r>
            <a:endParaRPr lang="ru-RU" altLang="en-US"/>
          </a:p>
        </p:txBody>
      </p:sp>
      <p:pic>
        <p:nvPicPr>
          <p:cNvPr id="5" name="Замещающее содержимое 4" descr="Макет сайта"/>
          <p:cNvPicPr>
            <a:picLocks noChangeAspect="1"/>
          </p:cNvPicPr>
          <p:nvPr>
            <p:ph idx="1"/>
          </p:nvPr>
        </p:nvPicPr>
        <p:blipFill>
          <a:blip r:embed="rId1"/>
          <a:srcRect l="-164" t="1052" r="16596" b="-4223"/>
          <a:stretch>
            <a:fillRect/>
          </a:stretch>
        </p:blipFill>
        <p:spPr>
          <a:xfrm>
            <a:off x="5055870" y="1417955"/>
            <a:ext cx="6145530" cy="4669790"/>
          </a:xfrm>
          <a:prstGeom prst="round2DiagRect">
            <a:avLst/>
          </a:prstGeom>
        </p:spPr>
      </p:pic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55320" y="1578610"/>
            <a:ext cx="43751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0215" fontAlgn="auto">
              <a:lnSpc>
                <a:spcPct val="150000"/>
              </a:lnSpc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Разработан макет главной страницы веб приложения.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1800" y="1920558"/>
            <a:ext cx="10972800" cy="1143000"/>
          </a:xfrm>
        </p:spPr>
        <p:txBody>
          <a:bodyPr/>
          <a:p>
            <a:r>
              <a:rPr lang="ru-RU" altLang="en-US"/>
              <a:t>Спасибо за внимание!</a:t>
            </a:r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WPS Presentation</Application>
  <PresentationFormat>宽屏</PresentationFormat>
  <Paragraphs>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Arial Unicode MS</vt:lpstr>
      <vt:lpstr>Calibri</vt:lpstr>
      <vt:lpstr>Microsoft YaHei</vt:lpstr>
      <vt:lpstr>Times New Roman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Дмитрий</cp:lastModifiedBy>
  <cp:revision>8</cp:revision>
  <dcterms:created xsi:type="dcterms:W3CDTF">2025-07-23T00:59:00Z</dcterms:created>
  <dcterms:modified xsi:type="dcterms:W3CDTF">2025-11-10T12:58:43Z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E9570D2E314C4FE9B5D2497FAA2293AB_13</vt:lpwstr>
  </property>
</Properties>
</file>